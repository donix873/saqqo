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Құрметті қазылар! Қыста қолғапты шешіп, ұзақ шағым жазуға кімнің уақыты бар? Біз күнделікті қозғалысқа көмектесетін SaqQo платформасын ұсынамыз. QR-кодты сканерлеп, сайтты өз телефоныңыздан ашыңыз.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Арқалықта көктайғақ, жол кедергілері және ауа райы қозғалысты қиындатады. Тұрғынға шашыраңқы ақпарат емес, түсінікті карта қажет. SaqQo осы мәселені карта, бағыт және сапар тарихы арқылы шешуге көмектеседі.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Міне, SaqQo интерфейсі. Картадан орындарды көреміз, бағыт құрамыз, сапар тарихын ашамыз. Баптауларда қазақша және орысша тіл бар. Сайт телефонға да, компьютерге де бейімделген.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Картадағы белгіні басайық. Карточкадан санатын, дереккөзін және мәртебесін көреміз. Қабаттарды қосып, қажет белгілерді таңдаймыз. Осы көрсетілімдегі мысалдар демо ретінде белгіленген.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Екі мекенжайды енгіземіз. Арқалық атауын қайта жазу қажет емес. Жаяу немесе көлік режимін таңдаймыз. Яндекс бағытты, уақытты және қашықтықты есептейді. Тірі көрсетілімде алдын ала тексерілген серверді қолданамыз.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SmartRoads қағидасы: келісім, GPS пен датчиктер, ықтимал оқиға, содан кейін тексеру. Қазір дірілді тануға эвристика қолданылады. Модератор растаған дерек қана жарияланады. Нейрожелі мен толық фондық жұмыс — келесі кезең.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LifeLog-та күнді таңдап, сақталған сапарды қайта көреміз. Тарих құрылғыда шифрланады. Оны өшіруге немесе экспорттауға болады. Толық трек автоматты жіберілмейді; карта сұраулары Яндекске жіберіледі.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Қала белсенділігінде таңғы, күндізгі және кешкі көріністі ауыстырамыз. Бұл — интерфейсті түсіндіретін демо-деректер. Келесі кезеңде жеке адамдарды көрсетпейтін, тек жинақталған қалалық ақпаратпен жұмыс істеуді жоспарлаймыз.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Шұғыл жағдайда SOS батырмасы 112 нөмірін теруге өтеді. Қоңырауды пайдаланушы өзі растайды. Интернетсіз Bluetooth Mesh-SOS — болашақ зерттеу бағыты; оны бүгін жұмыс істейтін мүмкіндік деп көрсетпейміз.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SaqQo-ның мақсаты — қаладағы тәуекелді түсінікті етіп көрсету. Бүгін карта, бағыт, тарих және баптауларды көрсеттік. Келесі қадам — нақты деректер мен Арқалықтағы пилот. Назарларыңызға рақмет! Сұрақтарыңызға жауап беруге дайынбыз.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